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73" r:id="rId4"/>
    <p:sldId id="275" r:id="rId5"/>
    <p:sldId id="278" r:id="rId6"/>
    <p:sldId id="277" r:id="rId7"/>
    <p:sldId id="276" r:id="rId8"/>
    <p:sldId id="274" r:id="rId9"/>
    <p:sldId id="279" r:id="rId10"/>
    <p:sldId id="280" r:id="rId11"/>
    <p:sldId id="281" r:id="rId12"/>
    <p:sldId id="282" r:id="rId13"/>
    <p:sldId id="2221" r:id="rId14"/>
    <p:sldId id="22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28"/>
    <p:restoredTop sz="94337"/>
  </p:normalViewPr>
  <p:slideViewPr>
    <p:cSldViewPr snapToGrid="0">
      <p:cViewPr varScale="1">
        <p:scale>
          <a:sx n="77" d="100"/>
          <a:sy n="77" d="100"/>
        </p:scale>
        <p:origin x="192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042CB-28A2-754D-ACCB-4F0CF49EE203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610D6-285C-CD48-A777-0BA559C51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5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AD5E-4BE2-503A-62CF-12C04B9D7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299DD-5832-02FC-7ABA-71F9B5199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5A05-9F0C-5130-7071-448DF5BF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B0531-6360-8F5F-56E7-36B18C87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590E5-CF16-D559-3EEC-AED055BE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6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314B-7013-FFEE-8977-080A60C1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45A8-2E0A-40A5-292F-4580066E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5F94-D3C1-4F22-C9AF-14D3C081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B5602-0C46-EF89-D514-94A9C173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4BCCB-F201-6F0B-88FF-3E9BDEB1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AF28-C88D-A870-6F92-CE079C00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70913-9CD3-6ADC-A320-50E1BD03F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C047F-02BE-6EC7-E2CF-1346C789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82E54-0672-5FC0-2EAA-14E4C74C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6663-D60B-D163-2EF1-ED1FC6D3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0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DD00-1E5C-A7CF-F4F3-C9A59A55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BD92-D32D-391D-B91C-FE38EEB78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E28E6-95F4-EBC2-4C26-19B48C97C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E133-8210-7005-712F-4A2F04A0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1C61-1510-BA38-9186-FDF4E70E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82DF5-384F-4118-24D1-782A6A2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3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E4AB-B561-527D-F903-C1F230FC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37B4-2319-846E-50AF-52882A4A2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50FE4-CB4B-D6A8-ACCC-77C612A76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8612A-5CE9-D4BA-DC09-93DEE3582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C77CF-5744-8B93-5CD0-2317347B6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AAC24-C4DC-29E0-CAE9-1D7C8D79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A2FFA-9407-449F-CA8F-5040352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EC76-FACE-4808-7E3E-3072EDFB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6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2884-B46C-4B43-5D28-6CC031C4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030A4-8F63-BFF3-E907-16352FCB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329BE-55C7-D7DA-BAEE-A5A5B2F3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EC740-C9CC-BB83-4CD6-5E8F8715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4DEDD-9389-68B5-D9F4-59AFF618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D0948-7BFA-DB49-3026-6C24D929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6551-23EC-0253-BD1A-5ACB013F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69C1-7287-EE2E-2708-444A8D68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A1E32-DA8D-956C-66A9-7EDB2C44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5186F-A6CE-7AFF-780E-89A2310CA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92813-E0AF-923C-1439-FFF31A14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A96FD-B1E9-D962-651C-7833BC16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189B-D9DD-1DB9-3D41-64459BE7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35C4-45BA-F323-9B43-5266C4A7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28D96-575F-B5C0-D669-BF3ADCF78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7677B-E76E-427D-DE89-C4ECF0ED8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F8E93-1384-3B93-7BD2-36CAB4F1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F2EEB-14FD-CCBD-6D2A-A24152DC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43486-E071-3D22-3A30-B9DD4D86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8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0C19-5CC0-4731-FEE7-124BAF8E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5F3B8-0744-7C1C-C13E-6BC747F30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A4608-A174-2368-BAEC-0AEC32C9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2A1D-2F00-7BA3-37A8-884174AD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FB07B-44E5-C6EA-64A1-217D3669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2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88AA4-8957-23B6-06DD-E62B2781B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92CD2-36E1-A8F3-9F9F-2680F3E7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7C900-0CF5-407A-5DBC-4029D026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49370-0E60-F197-F6E9-F86E55A5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3962C-7D37-77F9-B747-E3C0F560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2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8756C-2AA5-1DBA-FED6-C53936FB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FD389-8F95-6BEC-A6B1-5E2E7A0A3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DE221-888B-0B67-110F-2CA1CA4D0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296B3-6EEC-114C-BC37-B0B61E99771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5D89-5FDA-53BD-E01B-01A33C474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15DE-ACD0-89AD-16C5-61F7D1017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2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lixKrueger/TrimGalore" TargetMode="External"/><Relationship Id="rId2" Type="http://schemas.openxmlformats.org/officeDocument/2006/relationships/hyperlink" Target="https://github.com/s-andrews/FastQC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gBCuXjs6jcxfxGWw5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3E5E-A068-E8F8-77FD-CFABAB2C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9620"/>
            <a:ext cx="9144000" cy="3125546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Pre-qiime2: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quality control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and removing adapters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EFC89C-9D57-11EC-151E-F99C83C2C364}"/>
              </a:ext>
            </a:extLst>
          </p:cNvPr>
          <p:cNvSpPr txBox="1">
            <a:spLocks/>
          </p:cNvSpPr>
          <p:nvPr/>
        </p:nvSpPr>
        <p:spPr>
          <a:xfrm>
            <a:off x="4020273" y="4174086"/>
            <a:ext cx="4151453" cy="1450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Sierra Smith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UPRM qiime2 Workshop</a:t>
            </a:r>
          </a:p>
        </p:txBody>
      </p:sp>
    </p:spTree>
    <p:extLst>
      <p:ext uri="{BB962C8B-B14F-4D97-AF65-F5344CB8AC3E}">
        <p14:creationId xmlns:p14="http://schemas.microsoft.com/office/powerpoint/2010/main" val="390246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91FA-808F-5C6B-9209-B012268E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5CB9-5425-1C22-D813-DA6EB220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A0DE2-C5BA-1309-990F-600454E65E70}"/>
              </a:ext>
            </a:extLst>
          </p:cNvPr>
          <p:cNvSpPr txBox="1"/>
          <p:nvPr/>
        </p:nvSpPr>
        <p:spPr>
          <a:xfrm>
            <a:off x="838200" y="1690688"/>
            <a:ext cx="6986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b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https://github.com/s-andrews/FastQC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https://github.com/FelixKrueger/TrimGalore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406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59EA2-D2F8-4004-A7E5-A018DB44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A298-2652-F65A-4203-3F89E42A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3FDE7-BDB9-C89D-5E8F-5A73DB63755E}"/>
              </a:ext>
            </a:extLst>
          </p:cNvPr>
          <p:cNvSpPr txBox="1"/>
          <p:nvPr/>
        </p:nvSpPr>
        <p:spPr>
          <a:xfrm>
            <a:off x="838200" y="1690688"/>
            <a:ext cx="6986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/s-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andrews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FelixKrueger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TrimGalore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9E902-35EC-B076-1F32-7B648DD6BBC6}"/>
              </a:ext>
            </a:extLst>
          </p:cNvPr>
          <p:cNvSpPr/>
          <p:nvPr/>
        </p:nvSpPr>
        <p:spPr>
          <a:xfrm>
            <a:off x="838200" y="2120970"/>
            <a:ext cx="6986286" cy="13080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7FB600-930F-841D-CEAA-EB6AE62E0F9B}"/>
              </a:ext>
            </a:extLst>
          </p:cNvPr>
          <p:cNvCxnSpPr>
            <a:cxnSpLocks/>
          </p:cNvCxnSpPr>
          <p:nvPr/>
        </p:nvCxnSpPr>
        <p:spPr>
          <a:xfrm flipH="1">
            <a:off x="10993193" y="1329503"/>
            <a:ext cx="128788" cy="722369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0244470-67BF-D8A2-C6C5-E2AF2EED3A7C}"/>
              </a:ext>
            </a:extLst>
          </p:cNvPr>
          <p:cNvSpPr txBox="1"/>
          <p:nvPr/>
        </p:nvSpPr>
        <p:spPr>
          <a:xfrm>
            <a:off x="10430926" y="929393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B117D-1B30-67B7-D455-DD4253C60943}"/>
              </a:ext>
            </a:extLst>
          </p:cNvPr>
          <p:cNvSpPr txBox="1"/>
          <p:nvPr/>
        </p:nvSpPr>
        <p:spPr>
          <a:xfrm>
            <a:off x="3258355" y="168823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reads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4BF7A5EC-2CAE-C886-26AC-316EB3F055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"/>
          <a:stretch>
            <a:fillRect/>
          </a:stretch>
        </p:blipFill>
        <p:spPr>
          <a:xfrm>
            <a:off x="3348507" y="2084499"/>
            <a:ext cx="8357846" cy="418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4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2167-163E-BAC5-1C8C-E67C1B10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52B6-0441-0188-FB6F-9950017F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7B77F-EA28-4261-C1FB-C08E4303548A}"/>
              </a:ext>
            </a:extLst>
          </p:cNvPr>
          <p:cNvSpPr txBox="1"/>
          <p:nvPr/>
        </p:nvSpPr>
        <p:spPr>
          <a:xfrm>
            <a:off x="838200" y="1690688"/>
            <a:ext cx="6986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/s-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andrews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FelixKrueger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TrimGalore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69D035-3B0E-5543-93B9-BDE9508472DC}"/>
              </a:ext>
            </a:extLst>
          </p:cNvPr>
          <p:cNvSpPr/>
          <p:nvPr/>
        </p:nvSpPr>
        <p:spPr>
          <a:xfrm>
            <a:off x="838200" y="2112135"/>
            <a:ext cx="6986286" cy="131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78FC78AB-4B84-4FB7-3063-BB13FBCC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"/>
          <a:stretch>
            <a:fillRect/>
          </a:stretch>
        </p:blipFill>
        <p:spPr>
          <a:xfrm>
            <a:off x="3348507" y="2084499"/>
            <a:ext cx="8357846" cy="4187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34808B-1FD5-CAA6-11FC-4529EFB986E4}"/>
              </a:ext>
            </a:extLst>
          </p:cNvPr>
          <p:cNvSpPr txBox="1"/>
          <p:nvPr/>
        </p:nvSpPr>
        <p:spPr>
          <a:xfrm>
            <a:off x="3258355" y="168823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reads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89732-0BBF-036D-67A2-8E35F6C494E7}"/>
              </a:ext>
            </a:extLst>
          </p:cNvPr>
          <p:cNvSpPr txBox="1"/>
          <p:nvPr/>
        </p:nvSpPr>
        <p:spPr>
          <a:xfrm rot="16200000">
            <a:off x="4220087" y="431587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Score</a:t>
            </a:r>
          </a:p>
        </p:txBody>
      </p:sp>
    </p:spTree>
    <p:extLst>
      <p:ext uri="{BB962C8B-B14F-4D97-AF65-F5344CB8AC3E}">
        <p14:creationId xmlns:p14="http://schemas.microsoft.com/office/powerpoint/2010/main" val="314631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B9EF-9114-4F98-040C-E3E4451E4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0DC0D-3336-0CA9-107C-51D09D2B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2154D-5EF1-7605-96D3-C92DF6116AA6}"/>
              </a:ext>
            </a:extLst>
          </p:cNvPr>
          <p:cNvSpPr txBox="1"/>
          <p:nvPr/>
        </p:nvSpPr>
        <p:spPr>
          <a:xfrm>
            <a:off x="838200" y="1690688"/>
            <a:ext cx="6986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/s-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andrews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FelixKrueger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TrimGalore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A755A1-12D5-6134-7922-5AEFF7D75C1D}"/>
              </a:ext>
            </a:extLst>
          </p:cNvPr>
          <p:cNvSpPr/>
          <p:nvPr/>
        </p:nvSpPr>
        <p:spPr>
          <a:xfrm>
            <a:off x="838200" y="2112135"/>
            <a:ext cx="6986286" cy="131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5E270C43-2311-4432-5436-DE3F7208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"/>
          <a:stretch>
            <a:fillRect/>
          </a:stretch>
        </p:blipFill>
        <p:spPr>
          <a:xfrm>
            <a:off x="3348507" y="2084499"/>
            <a:ext cx="8357846" cy="4187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06E77F-7B72-1A1D-078C-BCF34C74A280}"/>
              </a:ext>
            </a:extLst>
          </p:cNvPr>
          <p:cNvSpPr txBox="1"/>
          <p:nvPr/>
        </p:nvSpPr>
        <p:spPr>
          <a:xfrm>
            <a:off x="3258355" y="168823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reads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427AC-25C5-AE5B-F5BD-39F83B1209AE}"/>
              </a:ext>
            </a:extLst>
          </p:cNvPr>
          <p:cNvSpPr txBox="1"/>
          <p:nvPr/>
        </p:nvSpPr>
        <p:spPr>
          <a:xfrm rot="16200000">
            <a:off x="4220087" y="431587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Score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D585DB-6AE0-E27D-A6C1-85249549AC1E}"/>
              </a:ext>
            </a:extLst>
          </p:cNvPr>
          <p:cNvCxnSpPr>
            <a:cxnSpLocks/>
          </p:cNvCxnSpPr>
          <p:nvPr/>
        </p:nvCxnSpPr>
        <p:spPr>
          <a:xfrm>
            <a:off x="5369442" y="4420847"/>
            <a:ext cx="5358809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D5D1F1-A8A0-8B12-F518-D94E4CDB27BE}"/>
              </a:ext>
            </a:extLst>
          </p:cNvPr>
          <p:cNvSpPr txBox="1"/>
          <p:nvPr/>
        </p:nvSpPr>
        <p:spPr>
          <a:xfrm>
            <a:off x="10752726" y="4220792"/>
            <a:ext cx="997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20767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98F6-CE85-ED49-D836-7326A72E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54EE-6FD8-B019-0F36-23523160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457D6-94BB-883A-3B7A-E8B175C15919}"/>
              </a:ext>
            </a:extLst>
          </p:cNvPr>
          <p:cNvSpPr txBox="1"/>
          <p:nvPr/>
        </p:nvSpPr>
        <p:spPr>
          <a:xfrm>
            <a:off x="838200" y="1690688"/>
            <a:ext cx="6986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/s-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andrews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FelixKrueger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TrimGalore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1BACF-5F59-7273-C308-92385BA85007}"/>
              </a:ext>
            </a:extLst>
          </p:cNvPr>
          <p:cNvSpPr/>
          <p:nvPr/>
        </p:nvSpPr>
        <p:spPr>
          <a:xfrm>
            <a:off x="838200" y="2112135"/>
            <a:ext cx="6986286" cy="131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9C315C2B-AD68-FF4E-B8C4-051608EE18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"/>
          <a:stretch>
            <a:fillRect/>
          </a:stretch>
        </p:blipFill>
        <p:spPr>
          <a:xfrm>
            <a:off x="3348507" y="2084499"/>
            <a:ext cx="8357846" cy="4187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772A15-639D-FA7B-D6A3-61FDCEA731CD}"/>
              </a:ext>
            </a:extLst>
          </p:cNvPr>
          <p:cNvSpPr txBox="1"/>
          <p:nvPr/>
        </p:nvSpPr>
        <p:spPr>
          <a:xfrm>
            <a:off x="3258355" y="168823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reads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4E3EA-3BEF-64FE-413C-83CD768A716D}"/>
              </a:ext>
            </a:extLst>
          </p:cNvPr>
          <p:cNvSpPr txBox="1"/>
          <p:nvPr/>
        </p:nvSpPr>
        <p:spPr>
          <a:xfrm rot="16200000">
            <a:off x="4220087" y="431587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Score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6FC66F-1F95-4AC0-91CC-4F38D070D919}"/>
              </a:ext>
            </a:extLst>
          </p:cNvPr>
          <p:cNvCxnSpPr>
            <a:cxnSpLocks/>
          </p:cNvCxnSpPr>
          <p:nvPr/>
        </p:nvCxnSpPr>
        <p:spPr>
          <a:xfrm>
            <a:off x="8264768" y="3049247"/>
            <a:ext cx="0" cy="2936556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DB5950-729E-633A-603B-915166E44DA1}"/>
              </a:ext>
            </a:extLst>
          </p:cNvPr>
          <p:cNvCxnSpPr>
            <a:cxnSpLocks/>
          </p:cNvCxnSpPr>
          <p:nvPr/>
        </p:nvCxnSpPr>
        <p:spPr>
          <a:xfrm>
            <a:off x="8264768" y="5584875"/>
            <a:ext cx="2440746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49AB69-2C8D-86E2-4B84-A4740CDEECF7}"/>
              </a:ext>
            </a:extLst>
          </p:cNvPr>
          <p:cNvCxnSpPr>
            <a:cxnSpLocks/>
          </p:cNvCxnSpPr>
          <p:nvPr/>
        </p:nvCxnSpPr>
        <p:spPr>
          <a:xfrm>
            <a:off x="5369442" y="4420847"/>
            <a:ext cx="5358809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57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07C52-B9D5-C0A2-A24F-C9FC46AF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EC85-80C8-EB3C-3A17-D645D37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48904-5561-F380-ACFB-E4E4BE571259}"/>
              </a:ext>
            </a:extLst>
          </p:cNvPr>
          <p:cNvSpPr txBox="1"/>
          <p:nvPr/>
        </p:nvSpPr>
        <p:spPr>
          <a:xfrm>
            <a:off x="838200" y="1690688"/>
            <a:ext cx="6986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/s-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andrews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FelixKrueger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TrimGalore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1742B7-3274-0CBA-74F3-A53D1AA08D02}"/>
              </a:ext>
            </a:extLst>
          </p:cNvPr>
          <p:cNvSpPr/>
          <p:nvPr/>
        </p:nvSpPr>
        <p:spPr>
          <a:xfrm>
            <a:off x="838200" y="2112135"/>
            <a:ext cx="6986286" cy="131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A07E7-163A-CE9A-0702-31CE726F0E57}"/>
              </a:ext>
            </a:extLst>
          </p:cNvPr>
          <p:cNvSpPr txBox="1"/>
          <p:nvPr/>
        </p:nvSpPr>
        <p:spPr>
          <a:xfrm>
            <a:off x="3258355" y="168823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reads</a:t>
            </a:r>
          </a:p>
        </p:txBody>
      </p:sp>
      <p:pic>
        <p:nvPicPr>
          <p:cNvPr id="8" name="Picture 7" descr="A graph showing the amount of a number of data&#10;&#10;AI-generated content may be incorrect.">
            <a:extLst>
              <a:ext uri="{FF2B5EF4-FFF2-40B4-BE49-F238E27FC236}">
                <a16:creationId xmlns:a16="http://schemas.microsoft.com/office/drawing/2014/main" id="{9B502AC0-9AD3-6842-1472-1364A306E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2"/>
          <a:stretch>
            <a:fillRect/>
          </a:stretch>
        </p:blipFill>
        <p:spPr>
          <a:xfrm>
            <a:off x="3152190" y="2088343"/>
            <a:ext cx="7772400" cy="476965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5D88FD-1E6C-8F51-7F26-5067568E24E2}"/>
              </a:ext>
            </a:extLst>
          </p:cNvPr>
          <p:cNvCxnSpPr>
            <a:cxnSpLocks/>
          </p:cNvCxnSpPr>
          <p:nvPr/>
        </p:nvCxnSpPr>
        <p:spPr>
          <a:xfrm flipH="1">
            <a:off x="9787245" y="1888288"/>
            <a:ext cx="128788" cy="722369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41208A-7C9B-1208-B226-1DA248044C5C}"/>
              </a:ext>
            </a:extLst>
          </p:cNvPr>
          <p:cNvSpPr txBox="1"/>
          <p:nvPr/>
        </p:nvSpPr>
        <p:spPr>
          <a:xfrm>
            <a:off x="9147233" y="1193526"/>
            <a:ext cx="15376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Adapter</a:t>
            </a:r>
          </a:p>
          <a:p>
            <a:pPr algn="ctr"/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Auto-Detect</a:t>
            </a:r>
          </a:p>
        </p:txBody>
      </p:sp>
    </p:spTree>
    <p:extLst>
      <p:ext uri="{BB962C8B-B14F-4D97-AF65-F5344CB8AC3E}">
        <p14:creationId xmlns:p14="http://schemas.microsoft.com/office/powerpoint/2010/main" val="415524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71AB-5054-3A3A-4BED-EC8C1EA8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AFB6-1D18-FB7F-D8B2-2AB2C5E2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2110B-16F5-9827-3281-8B8B1CCCFDF9}"/>
              </a:ext>
            </a:extLst>
          </p:cNvPr>
          <p:cNvSpPr txBox="1"/>
          <p:nvPr/>
        </p:nvSpPr>
        <p:spPr>
          <a:xfrm>
            <a:off x="838200" y="1690688"/>
            <a:ext cx="6986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b="1" dirty="0">
              <a:solidFill>
                <a:schemeClr val="tx1">
                  <a:alpha val="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/s-</a:t>
            </a:r>
            <a:r>
              <a:rPr lang="en-US" sz="2400" dirty="0" err="1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andrews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endParaRPr lang="en-US" sz="2400" dirty="0">
              <a:solidFill>
                <a:schemeClr val="tx1">
                  <a:alpha val="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FelixKrueger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TrimGalore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39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EDD3-420C-A254-5004-2CB481A8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A1AE0-6A5A-1650-3FAE-908140B5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D43E9-D0DF-893B-1E74-72AC429594FC}"/>
              </a:ext>
            </a:extLst>
          </p:cNvPr>
          <p:cNvSpPr txBox="1"/>
          <p:nvPr/>
        </p:nvSpPr>
        <p:spPr>
          <a:xfrm>
            <a:off x="838199" y="1690688"/>
            <a:ext cx="7742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-q 20 --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-o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trimmed_reads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./*.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fastq.gz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608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900A-4DFB-A19A-5F68-962BE066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207BD-B19A-8FFC-17DA-40607BCD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E559D-D0AD-3A49-F783-39B3181A6D91}"/>
              </a:ext>
            </a:extLst>
          </p:cNvPr>
          <p:cNvSpPr txBox="1"/>
          <p:nvPr/>
        </p:nvSpPr>
        <p:spPr>
          <a:xfrm>
            <a:off x="838199" y="1690688"/>
            <a:ext cx="7742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E82E491-2F56-B684-4147-9058989BD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648" y="2263995"/>
            <a:ext cx="9191903" cy="3881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BD86D8-8B96-40F0-493C-60DBBF2E6C86}"/>
              </a:ext>
            </a:extLst>
          </p:cNvPr>
          <p:cNvSpPr txBox="1"/>
          <p:nvPr/>
        </p:nvSpPr>
        <p:spPr>
          <a:xfrm>
            <a:off x="2810931" y="1874629"/>
            <a:ext cx="1898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Trimmed reads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E2C4C-AA79-AFC8-5ED9-0EB060886F90}"/>
              </a:ext>
            </a:extLst>
          </p:cNvPr>
          <p:cNvSpPr/>
          <p:nvPr/>
        </p:nvSpPr>
        <p:spPr>
          <a:xfrm>
            <a:off x="9824483" y="2263995"/>
            <a:ext cx="2235067" cy="372879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B1E109-6C0D-ABEF-8200-6E2D977F19CB}"/>
              </a:ext>
            </a:extLst>
          </p:cNvPr>
          <p:cNvCxnSpPr>
            <a:cxnSpLocks/>
          </p:cNvCxnSpPr>
          <p:nvPr/>
        </p:nvCxnSpPr>
        <p:spPr>
          <a:xfrm>
            <a:off x="4862199" y="4433777"/>
            <a:ext cx="5132406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4120A3-1699-0744-BFDD-EF5D5076E74E}"/>
              </a:ext>
            </a:extLst>
          </p:cNvPr>
          <p:cNvSpPr txBox="1"/>
          <p:nvPr/>
        </p:nvSpPr>
        <p:spPr>
          <a:xfrm>
            <a:off x="10138751" y="4233722"/>
            <a:ext cx="1606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 better!</a:t>
            </a:r>
          </a:p>
        </p:txBody>
      </p:sp>
    </p:spTree>
    <p:extLst>
      <p:ext uri="{BB962C8B-B14F-4D97-AF65-F5344CB8AC3E}">
        <p14:creationId xmlns:p14="http://schemas.microsoft.com/office/powerpoint/2010/main" val="5711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4A1C-E1DD-612D-DC32-B9E865E6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DD87C-8A00-E85B-FB58-1281DA25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Programs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BE0FC-3012-2581-6A8A-BA95931F2B9B}"/>
              </a:ext>
            </a:extLst>
          </p:cNvPr>
          <p:cNvSpPr txBox="1"/>
          <p:nvPr/>
        </p:nvSpPr>
        <p:spPr>
          <a:xfrm>
            <a:off x="838199" y="1690688"/>
            <a:ext cx="7742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Trim_galore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28716E65-59B6-0A93-C0E6-C2BE192E02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10931" y="2224209"/>
            <a:ext cx="7482664" cy="4633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8A70C9-B212-7DE3-FE15-09368997D147}"/>
              </a:ext>
            </a:extLst>
          </p:cNvPr>
          <p:cNvSpPr txBox="1"/>
          <p:nvPr/>
        </p:nvSpPr>
        <p:spPr>
          <a:xfrm>
            <a:off x="2810931" y="1874629"/>
            <a:ext cx="1898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Trimmed reads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63BB7-9BAF-F6DB-8E73-9605F2E439EA}"/>
              </a:ext>
            </a:extLst>
          </p:cNvPr>
          <p:cNvSpPr txBox="1"/>
          <p:nvPr/>
        </p:nvSpPr>
        <p:spPr>
          <a:xfrm>
            <a:off x="10138751" y="4233722"/>
            <a:ext cx="1651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adapters!</a:t>
            </a:r>
          </a:p>
        </p:txBody>
      </p:sp>
    </p:spTree>
    <p:extLst>
      <p:ext uri="{BB962C8B-B14F-4D97-AF65-F5344CB8AC3E}">
        <p14:creationId xmlns:p14="http://schemas.microsoft.com/office/powerpoint/2010/main" val="305968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8801-6082-4134-EA0F-31DF7D22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F0C5-1EB3-8960-398C-3BCFB8BA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23" y="992446"/>
            <a:ext cx="3838354" cy="1272289"/>
          </a:xfrm>
        </p:spPr>
        <p:txBody>
          <a:bodyPr>
            <a:normAutofit/>
          </a:bodyPr>
          <a:lstStyle/>
          <a:p>
            <a:pPr algn="ctr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trimmed_reads.zip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DB46DB-7330-05D8-F756-3DBE1D52C1E5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2264735"/>
            <a:ext cx="0" cy="818707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FBE7104-7C00-B19A-1F89-ECE2D418C0DF}"/>
              </a:ext>
            </a:extLst>
          </p:cNvPr>
          <p:cNvSpPr txBox="1">
            <a:spLocks/>
          </p:cNvSpPr>
          <p:nvPr/>
        </p:nvSpPr>
        <p:spPr>
          <a:xfrm>
            <a:off x="4176823" y="2792855"/>
            <a:ext cx="3838354" cy="127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unzip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trimmed_reads.zip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4A16DF-1C81-13E3-25D0-42AC58AF64FD}"/>
              </a:ext>
            </a:extLst>
          </p:cNvPr>
          <p:cNvCxnSpPr>
            <a:cxnSpLocks/>
          </p:cNvCxnSpPr>
          <p:nvPr/>
        </p:nvCxnSpPr>
        <p:spPr>
          <a:xfrm>
            <a:off x="6096000" y="4065144"/>
            <a:ext cx="0" cy="818707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EA71D6F-23C5-CF93-1579-AD7B40929F08}"/>
              </a:ext>
            </a:extLst>
          </p:cNvPr>
          <p:cNvSpPr txBox="1">
            <a:spLocks/>
          </p:cNvSpPr>
          <p:nvPr/>
        </p:nvSpPr>
        <p:spPr>
          <a:xfrm>
            <a:off x="4194544" y="4883851"/>
            <a:ext cx="3838354" cy="127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Import into qiime2 via manifest file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E2DF9-6A6A-F5B0-10A1-752A7852DC96}"/>
              </a:ext>
            </a:extLst>
          </p:cNvPr>
          <p:cNvSpPr txBox="1"/>
          <p:nvPr/>
        </p:nvSpPr>
        <p:spPr>
          <a:xfrm>
            <a:off x="4437320" y="530781"/>
            <a:ext cx="33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277697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DDDC-74A6-A651-9F6F-8DD7C91D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D01262-EA5F-7642-A634-FB5B0F970F3F}"/>
              </a:ext>
            </a:extLst>
          </p:cNvPr>
          <p:cNvSpPr txBox="1"/>
          <p:nvPr/>
        </p:nvSpPr>
        <p:spPr>
          <a:xfrm>
            <a:off x="657225" y="253365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Poll, take 2!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6F1D06-D99C-C088-6C32-260DD06B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13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03C29-ECC7-8CEC-5B5C-E56F2BF098F3}"/>
              </a:ext>
            </a:extLst>
          </p:cNvPr>
          <p:cNvSpPr txBox="1"/>
          <p:nvPr/>
        </p:nvSpPr>
        <p:spPr>
          <a:xfrm>
            <a:off x="657225" y="3285541"/>
            <a:ext cx="10877550" cy="59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500" dirty="0">
                <a:solidFill>
                  <a:srgbClr val="467886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</a:t>
            </a:r>
            <a: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gBCuXjs6jcxfxGWw5</a:t>
            </a:r>
            <a:r>
              <a:rPr lang="en-US" sz="25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3468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A66-6EBC-3016-5218-C3DB00C7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158DD-527E-F619-EAE7-9B224C64E00B}"/>
              </a:ext>
            </a:extLst>
          </p:cNvPr>
          <p:cNvSpPr txBox="1"/>
          <p:nvPr/>
        </p:nvSpPr>
        <p:spPr>
          <a:xfrm>
            <a:off x="657225" y="2533650"/>
            <a:ext cx="1087755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Poll </a:t>
            </a:r>
            <a:r>
              <a:rPr lang="en-US" sz="32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*after Sierra’s lecture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70759B-ED78-9239-C973-521BE427F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062" y="6337300"/>
            <a:ext cx="2743200" cy="365125"/>
          </a:xfrm>
        </p:spPr>
        <p:txBody>
          <a:bodyPr/>
          <a:lstStyle/>
          <a:p>
            <a:fld id="{A7C13B74-2CD1-074C-84D2-FF26F00FE39E}" type="slidenum">
              <a:rPr lang="en-US" sz="1400" smtClean="0">
                <a:solidFill>
                  <a:schemeClr val="tx1"/>
                </a:solidFill>
              </a:rPr>
              <a:t>14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23887-CC8E-D16D-2E31-45CEFFEFBBE2}"/>
              </a:ext>
            </a:extLst>
          </p:cNvPr>
          <p:cNvSpPr txBox="1"/>
          <p:nvPr/>
        </p:nvSpPr>
        <p:spPr>
          <a:xfrm>
            <a:off x="657225" y="3285541"/>
            <a:ext cx="10877550" cy="59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5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[teams: level of understanding now vs before]</a:t>
            </a:r>
          </a:p>
        </p:txBody>
      </p:sp>
    </p:spTree>
    <p:extLst>
      <p:ext uri="{BB962C8B-B14F-4D97-AF65-F5344CB8AC3E}">
        <p14:creationId xmlns:p14="http://schemas.microsoft.com/office/powerpoint/2010/main" val="318291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292</Words>
  <Application>Microsoft Macintosh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Pre-qiime2: quality control and removing adapters</vt:lpstr>
      <vt:lpstr>Programs Used</vt:lpstr>
      <vt:lpstr>Programs Used</vt:lpstr>
      <vt:lpstr>Programs Used</vt:lpstr>
      <vt:lpstr>Programs Used</vt:lpstr>
      <vt:lpstr>Programs Used</vt:lpstr>
      <vt:lpstr>Programs Used</vt:lpstr>
      <vt:lpstr>Programs Used</vt:lpstr>
      <vt:lpstr>Programs Used</vt:lpstr>
      <vt:lpstr>Programs Used</vt:lpstr>
      <vt:lpstr>Programs Used</vt:lpstr>
      <vt:lpstr>trimmed_reads.zip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Smith</dc:creator>
  <cp:lastModifiedBy>Sabah Ul-Hasan</cp:lastModifiedBy>
  <cp:revision>46</cp:revision>
  <dcterms:created xsi:type="dcterms:W3CDTF">2026-02-17T17:32:28Z</dcterms:created>
  <dcterms:modified xsi:type="dcterms:W3CDTF">2026-03-08T19:13:18Z</dcterms:modified>
</cp:coreProperties>
</file>